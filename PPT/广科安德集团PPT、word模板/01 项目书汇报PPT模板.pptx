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60" r:id="rId6"/>
    <p:sldId id="261" r:id="rId7"/>
    <p:sldId id="262" r:id="rId8"/>
    <p:sldId id="259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AA1"/>
    <a:srgbClr val="73ACBC"/>
    <a:srgbClr val="5394A8"/>
    <a:srgbClr val="4D8FA5"/>
    <a:srgbClr val="C0322B"/>
    <a:srgbClr val="CE9B1D"/>
    <a:srgbClr val="B93023"/>
    <a:srgbClr val="4241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6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91" y="263377"/>
            <a:ext cx="951885" cy="44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60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70994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8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77" y="263377"/>
            <a:ext cx="1075453" cy="50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9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327" y="2186728"/>
            <a:ext cx="3801043" cy="22414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720" y="2424876"/>
            <a:ext cx="2889869" cy="23257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78994" y="2186728"/>
            <a:ext cx="49951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 smtClean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r>
              <a:rPr lang="zh-CN" altLang="en-US" sz="6600" dirty="0" smtClean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endParaRPr lang="en-US" altLang="zh-CN" sz="6600" dirty="0" smtClean="0">
              <a:solidFill>
                <a:srgbClr val="B9302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6600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</a:t>
            </a:r>
          </a:p>
        </p:txBody>
      </p:sp>
    </p:spTree>
    <p:extLst>
      <p:ext uri="{BB962C8B-B14F-4D97-AF65-F5344CB8AC3E}">
        <p14:creationId xmlns:p14="http://schemas.microsoft.com/office/powerpoint/2010/main" val="123718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473785" y="1838878"/>
            <a:ext cx="3926555" cy="1200329"/>
            <a:chOff x="1118782" y="1473118"/>
            <a:chExt cx="3926555" cy="1200329"/>
          </a:xfrm>
        </p:grpSpPr>
        <p:sp>
          <p:nvSpPr>
            <p:cNvPr id="2" name="文本框 1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#01</a:t>
              </a:r>
              <a:endParaRPr lang="zh-CN" altLang="en-US" sz="72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569342" y="1838878"/>
            <a:ext cx="3926555" cy="1200329"/>
            <a:chOff x="1118782" y="1473118"/>
            <a:chExt cx="3926555" cy="1200329"/>
          </a:xfrm>
        </p:grpSpPr>
        <p:sp>
          <p:nvSpPr>
            <p:cNvPr id="8" name="文本框 7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#02</a:t>
              </a:r>
              <a:endParaRPr lang="zh-CN" altLang="en-US" sz="72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473785" y="3623982"/>
            <a:ext cx="3926555" cy="1200329"/>
            <a:chOff x="1118782" y="1473118"/>
            <a:chExt cx="3926555" cy="1200329"/>
          </a:xfrm>
        </p:grpSpPr>
        <p:sp>
          <p:nvSpPr>
            <p:cNvPr id="12" name="文本框 11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#03</a:t>
              </a:r>
              <a:endParaRPr lang="zh-CN" altLang="en-US" sz="72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569342" y="3623982"/>
            <a:ext cx="3926555" cy="1200329"/>
            <a:chOff x="1118782" y="1473118"/>
            <a:chExt cx="3926555" cy="1200329"/>
          </a:xfrm>
        </p:grpSpPr>
        <p:sp>
          <p:nvSpPr>
            <p:cNvPr id="16" name="文本框 15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#04</a:t>
              </a:r>
              <a:endParaRPr lang="zh-CN" altLang="en-US" sz="72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720349" y="682328"/>
            <a:ext cx="4995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rgbClr val="CE9B1D"/>
                </a:solidFill>
                <a:latin typeface="方正黑体_GBK" panose="02000000000000000000" pitchFamily="2" charset="-122"/>
                <a:ea typeface="方正黑体_GBK" panose="02000000000000000000" pitchFamily="2" charset="-122"/>
              </a:rPr>
              <a:t>CONTENTS</a:t>
            </a:r>
            <a:endParaRPr lang="zh-CN" altLang="en-US" sz="4000" b="1" dirty="0">
              <a:solidFill>
                <a:srgbClr val="CE9B1D"/>
              </a:solidFill>
              <a:latin typeface="方正黑体_GBK" panose="02000000000000000000" pitchFamily="2" charset="-122"/>
              <a:ea typeface="方正黑体_GBK" panose="020000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193" y="5885701"/>
            <a:ext cx="1075453" cy="50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46780" y="2273640"/>
            <a:ext cx="4432745" cy="1862048"/>
            <a:chOff x="1118782" y="1473118"/>
            <a:chExt cx="3926555" cy="1167297"/>
          </a:xfrm>
        </p:grpSpPr>
        <p:sp>
          <p:nvSpPr>
            <p:cNvPr id="3" name="文本框 2"/>
            <p:cNvSpPr txBox="1"/>
            <p:nvPr/>
          </p:nvSpPr>
          <p:spPr>
            <a:xfrm>
              <a:off x="2707333" y="1631784"/>
              <a:ext cx="2338004" cy="520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4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4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707333" y="2216559"/>
              <a:ext cx="2262700" cy="32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2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18782" y="1473118"/>
              <a:ext cx="2338004" cy="1167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01</a:t>
              </a:r>
              <a:endParaRPr lang="zh-CN" altLang="en-US" sz="115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607" y="580692"/>
            <a:ext cx="3477571" cy="530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3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46780" y="2273640"/>
            <a:ext cx="4432745" cy="1862048"/>
            <a:chOff x="1118782" y="1473118"/>
            <a:chExt cx="3926555" cy="1167297"/>
          </a:xfrm>
        </p:grpSpPr>
        <p:sp>
          <p:nvSpPr>
            <p:cNvPr id="3" name="文本框 2"/>
            <p:cNvSpPr txBox="1"/>
            <p:nvPr/>
          </p:nvSpPr>
          <p:spPr>
            <a:xfrm>
              <a:off x="2707333" y="1631784"/>
              <a:ext cx="2338004" cy="520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4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4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707333" y="2216559"/>
              <a:ext cx="2262700" cy="32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2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18782" y="1473118"/>
              <a:ext cx="2338004" cy="1167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01</a:t>
              </a:r>
              <a:endParaRPr lang="zh-CN" altLang="en-US" sz="115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620" y="2315219"/>
            <a:ext cx="3668976" cy="208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7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46780" y="2273640"/>
            <a:ext cx="4432745" cy="1862048"/>
            <a:chOff x="1118782" y="1473118"/>
            <a:chExt cx="3926555" cy="1167297"/>
          </a:xfrm>
        </p:grpSpPr>
        <p:sp>
          <p:nvSpPr>
            <p:cNvPr id="3" name="文本框 2"/>
            <p:cNvSpPr txBox="1"/>
            <p:nvPr/>
          </p:nvSpPr>
          <p:spPr>
            <a:xfrm>
              <a:off x="2707333" y="1631784"/>
              <a:ext cx="2338004" cy="520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4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4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707333" y="2216559"/>
              <a:ext cx="2262700" cy="32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2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18782" y="1473118"/>
              <a:ext cx="2338004" cy="1167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01</a:t>
              </a:r>
              <a:endParaRPr lang="zh-CN" altLang="en-US" sz="115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809" y="2093138"/>
            <a:ext cx="3143646" cy="273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8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646780" y="2273640"/>
            <a:ext cx="4432745" cy="1862048"/>
            <a:chOff x="1118782" y="1473118"/>
            <a:chExt cx="3926555" cy="1167297"/>
          </a:xfrm>
        </p:grpSpPr>
        <p:sp>
          <p:nvSpPr>
            <p:cNvPr id="3" name="文本框 2"/>
            <p:cNvSpPr txBox="1"/>
            <p:nvPr/>
          </p:nvSpPr>
          <p:spPr>
            <a:xfrm>
              <a:off x="2707333" y="1631784"/>
              <a:ext cx="2338004" cy="520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4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4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707333" y="2216559"/>
              <a:ext cx="2262700" cy="3280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solidFill>
                    <a:srgbClr val="42416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2800" dirty="0">
                <a:solidFill>
                  <a:srgbClr val="42416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18782" y="1473118"/>
              <a:ext cx="2338004" cy="1167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500" b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01</a:t>
              </a:r>
              <a:endParaRPr lang="zh-CN" altLang="en-US" sz="11500" b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096" y="1628983"/>
            <a:ext cx="3058715" cy="34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6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6781" y="2684123"/>
            <a:ext cx="4995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 smtClean="0">
                <a:solidFill>
                  <a:srgbClr val="CE9B1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谢谢观看</a:t>
            </a:r>
            <a:endParaRPr lang="zh-CN" altLang="en-US" sz="6000" b="1" dirty="0">
              <a:solidFill>
                <a:srgbClr val="CE9B1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923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45643" y="2162432"/>
            <a:ext cx="46090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 smtClean="0">
                <a:solidFill>
                  <a:srgbClr val="C0322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r>
              <a:rPr lang="zh-CN" altLang="en-US" sz="6600" b="1" dirty="0" smtClean="0">
                <a:solidFill>
                  <a:srgbClr val="C0322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endParaRPr lang="zh-CN" altLang="en-US" sz="6600" b="1" dirty="0">
              <a:solidFill>
                <a:srgbClr val="C0322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45643" y="3428999"/>
            <a:ext cx="4213654" cy="0"/>
          </a:xfrm>
          <a:prstGeom prst="line">
            <a:avLst/>
          </a:prstGeom>
          <a:ln w="28575">
            <a:solidFill>
              <a:srgbClr val="4D8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845643" y="3486228"/>
            <a:ext cx="176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</a:t>
            </a:r>
            <a:endParaRPr lang="zh-CN" altLang="en-US" sz="3600" dirty="0">
              <a:solidFill>
                <a:srgbClr val="468AA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434" y="3587571"/>
            <a:ext cx="969863" cy="346504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7002944" y="4128089"/>
            <a:ext cx="4056353" cy="533673"/>
            <a:chOff x="6944495" y="3993447"/>
            <a:chExt cx="4056353" cy="533673"/>
          </a:xfrm>
        </p:grpSpPr>
        <p:sp>
          <p:nvSpPr>
            <p:cNvPr id="9" name="文本框 8"/>
            <p:cNvSpPr txBox="1"/>
            <p:nvPr/>
          </p:nvSpPr>
          <p:spPr>
            <a:xfrm>
              <a:off x="6944495" y="4075330"/>
              <a:ext cx="784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 smtClean="0">
                  <a:solidFill>
                    <a:srgbClr val="468AA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2023</a:t>
              </a:r>
              <a:endParaRPr lang="zh-CN" altLang="en-US" sz="2000" dirty="0">
                <a:solidFill>
                  <a:srgbClr val="468AA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944495" y="4075329"/>
              <a:ext cx="784655" cy="451791"/>
            </a:xfrm>
            <a:prstGeom prst="rect">
              <a:avLst/>
            </a:prstGeom>
            <a:noFill/>
            <a:ln w="19050">
              <a:solidFill>
                <a:srgbClr val="5394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752032" y="3993447"/>
              <a:ext cx="17509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468AA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COSMOS WISDOM</a:t>
              </a:r>
              <a:endParaRPr lang="zh-CN" altLang="en-US" sz="1400" dirty="0">
                <a:solidFill>
                  <a:srgbClr val="468AA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774913" y="4219343"/>
              <a:ext cx="32259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468AA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YOUR HEALTH MY FOCUS</a:t>
              </a:r>
              <a:endParaRPr lang="zh-CN" altLang="en-US" sz="1400" dirty="0">
                <a:solidFill>
                  <a:srgbClr val="468AA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161" y="6030097"/>
            <a:ext cx="1142279" cy="53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1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200000" y="1796015"/>
            <a:ext cx="3926555" cy="1200329"/>
            <a:chOff x="1118782" y="1473118"/>
            <a:chExt cx="3926555" cy="1200329"/>
          </a:xfrm>
        </p:grpSpPr>
        <p:sp>
          <p:nvSpPr>
            <p:cNvPr id="3" name="文本框 2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i="1" dirty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i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#01</a:t>
              </a:r>
              <a:endParaRPr lang="zh-CN" altLang="en-US" sz="7200" b="1" i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126555" y="1796015"/>
            <a:ext cx="3926555" cy="1200329"/>
            <a:chOff x="1118782" y="1473118"/>
            <a:chExt cx="3926555" cy="1200329"/>
          </a:xfrm>
        </p:grpSpPr>
        <p:sp>
          <p:nvSpPr>
            <p:cNvPr id="7" name="文本框 6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i="1" dirty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i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#02</a:t>
              </a:r>
              <a:endParaRPr lang="zh-CN" altLang="en-US" sz="7200" b="1" i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200000" y="3581119"/>
            <a:ext cx="3926555" cy="1200329"/>
            <a:chOff x="1118782" y="1473118"/>
            <a:chExt cx="3926555" cy="1200329"/>
          </a:xfrm>
        </p:grpSpPr>
        <p:sp>
          <p:nvSpPr>
            <p:cNvPr id="11" name="文本框 10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i="1" dirty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i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#03</a:t>
              </a:r>
              <a:endParaRPr lang="zh-CN" altLang="en-US" sz="7200" b="1" i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26555" y="3581119"/>
            <a:ext cx="3926555" cy="1200329"/>
            <a:chOff x="1118782" y="1473118"/>
            <a:chExt cx="3926555" cy="1200329"/>
          </a:xfrm>
        </p:grpSpPr>
        <p:sp>
          <p:nvSpPr>
            <p:cNvPr id="15" name="文本框 14"/>
            <p:cNvSpPr txBox="1"/>
            <p:nvPr/>
          </p:nvSpPr>
          <p:spPr>
            <a:xfrm>
              <a:off x="2707333" y="1631784"/>
              <a:ext cx="23380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i="1" dirty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广</a:t>
              </a:r>
              <a:r>
                <a:rPr lang="zh-CN" altLang="en-US" sz="32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科概况</a:t>
              </a:r>
              <a:endParaRPr lang="zh-CN" altLang="en-US" sz="32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707333" y="2216559"/>
              <a:ext cx="2262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i="1" dirty="0" smtClean="0">
                  <a:solidFill>
                    <a:srgbClr val="468AA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About Us</a:t>
              </a:r>
              <a:endParaRPr lang="zh-CN" altLang="en-US" sz="1600" i="1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118782" y="1473118"/>
              <a:ext cx="23380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200" b="1" i="1" dirty="0" smtClean="0">
                  <a:solidFill>
                    <a:srgbClr val="B9302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#04</a:t>
              </a:r>
              <a:endParaRPr lang="zh-CN" altLang="en-US" sz="7200" b="1" i="1" dirty="0">
                <a:solidFill>
                  <a:srgbClr val="B9302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242472" y="1501417"/>
            <a:ext cx="101441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500" b="1" dirty="0">
                <a:solidFill>
                  <a:srgbClr val="468AA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3879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09305" y="4272854"/>
            <a:ext cx="46921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广</a:t>
            </a:r>
            <a:r>
              <a:rPr lang="zh-CN" altLang="en-US" sz="5400" dirty="0" smtClean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科概况</a:t>
            </a:r>
            <a:endParaRPr lang="zh-CN" altLang="en-US" sz="5400" dirty="0">
              <a:solidFill>
                <a:srgbClr val="468AA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95224" y="3618815"/>
            <a:ext cx="4540980" cy="584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468AA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About Us</a:t>
            </a:r>
            <a:endParaRPr lang="zh-CN" altLang="en-US" sz="3200" dirty="0">
              <a:solidFill>
                <a:srgbClr val="468AA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87162" y="3125270"/>
            <a:ext cx="277056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600" b="1" dirty="0" smtClean="0">
                <a:solidFill>
                  <a:srgbClr val="B93023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01</a:t>
            </a:r>
            <a:endParaRPr lang="zh-CN" altLang="en-US" sz="16600" b="1" dirty="0">
              <a:solidFill>
                <a:srgbClr val="B93023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58474" y="5529261"/>
            <a:ext cx="10342938" cy="0"/>
          </a:xfrm>
          <a:prstGeom prst="line">
            <a:avLst/>
          </a:prstGeom>
          <a:ln w="28575">
            <a:solidFill>
              <a:srgbClr val="4D8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101349" y="3959601"/>
            <a:ext cx="928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b="1" dirty="0" smtClean="0">
                <a:solidFill>
                  <a:srgbClr val="B93023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#</a:t>
            </a:r>
            <a:endParaRPr lang="zh-CN" altLang="en-US" sz="9600" b="1" dirty="0">
              <a:solidFill>
                <a:srgbClr val="B93023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279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版式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版式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104</Words>
  <Application>Microsoft Office PowerPoint</Application>
  <PresentationFormat>宽屏</PresentationFormat>
  <Paragraphs>50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方正黑体_GBK</vt:lpstr>
      <vt:lpstr>黑体</vt:lpstr>
      <vt:lpstr>宋体</vt:lpstr>
      <vt:lpstr>Arial</vt:lpstr>
      <vt:lpstr>Calibri</vt:lpstr>
      <vt:lpstr>版式一</vt:lpstr>
      <vt:lpstr>版式二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柴伊宁</dc:creator>
  <cp:lastModifiedBy>柴伊宁</cp:lastModifiedBy>
  <cp:revision>9</cp:revision>
  <dcterms:created xsi:type="dcterms:W3CDTF">2023-10-16T07:09:47Z</dcterms:created>
  <dcterms:modified xsi:type="dcterms:W3CDTF">2023-10-30T06:06:07Z</dcterms:modified>
</cp:coreProperties>
</file>