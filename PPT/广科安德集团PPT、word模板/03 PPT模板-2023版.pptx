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86" r:id="rId2"/>
    <p:sldMasterId id="2147483689" r:id="rId3"/>
    <p:sldMasterId id="2147483694" r:id="rId4"/>
    <p:sldMasterId id="2147483695" r:id="rId5"/>
    <p:sldMasterId id="2147483690" r:id="rId6"/>
  </p:sldMasterIdLst>
  <p:sldIdLst>
    <p:sldId id="258" r:id="rId7"/>
    <p:sldId id="259" r:id="rId8"/>
    <p:sldId id="256" r:id="rId9"/>
    <p:sldId id="260" r:id="rId10"/>
    <p:sldId id="261" r:id="rId11"/>
    <p:sldId id="25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01C1F"/>
    <a:srgbClr val="FBFBFB"/>
    <a:srgbClr val="323232"/>
    <a:srgbClr val="F0F0F0"/>
    <a:srgbClr val="FF2300"/>
    <a:srgbClr val="9F002C"/>
    <a:srgbClr val="9E002C"/>
    <a:srgbClr val="F9EFEE"/>
    <a:srgbClr val="E62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61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10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11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05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26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81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56"/>
            <a:ext cx="12192000" cy="27432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773246"/>
            <a:ext cx="12192000" cy="96982"/>
          </a:xfrm>
          <a:prstGeom prst="rect">
            <a:avLst/>
          </a:prstGeom>
          <a:solidFill>
            <a:srgbClr val="D0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2733844"/>
            <a:ext cx="12192000" cy="40271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0" y="2901911"/>
            <a:ext cx="1350122" cy="631141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10155219" y="6511636"/>
            <a:ext cx="2036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11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仅做广科安德内部交流使用</a:t>
            </a:r>
            <a:endParaRPr lang="zh-CN" alt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90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1"/>
            <a:ext cx="12192000" cy="1034041"/>
          </a:xfrm>
          <a:prstGeom prst="rect">
            <a:avLst/>
          </a:prstGeom>
          <a:solidFill>
            <a:srgbClr val="D0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6048995"/>
            <a:ext cx="12192000" cy="72000"/>
            <a:chOff x="0" y="2750321"/>
            <a:chExt cx="12192000" cy="72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2750321"/>
              <a:ext cx="6098400" cy="72000"/>
            </a:xfrm>
            <a:prstGeom prst="rect">
              <a:avLst/>
            </a:prstGeom>
            <a:solidFill>
              <a:srgbClr val="32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6096000" y="2750321"/>
              <a:ext cx="4266000" cy="72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10363200" y="2750321"/>
              <a:ext cx="1828800" cy="72000"/>
            </a:xfrm>
            <a:prstGeom prst="rect">
              <a:avLst/>
            </a:prstGeom>
            <a:solidFill>
              <a:srgbClr val="D01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128" y="6266275"/>
            <a:ext cx="998434" cy="46673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0" y="6368839"/>
            <a:ext cx="2036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1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zh-CN" altLang="en-US" sz="11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仅做广科安德内部交流使用</a:t>
            </a:r>
            <a:endParaRPr lang="zh-CN" altLang="en-US" sz="1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402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240699"/>
            <a:chOff x="0" y="2750321"/>
            <a:chExt cx="12192000" cy="72000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2750321"/>
              <a:ext cx="6098400" cy="72000"/>
            </a:xfrm>
            <a:prstGeom prst="rect">
              <a:avLst/>
            </a:prstGeom>
            <a:solidFill>
              <a:srgbClr val="32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6096000" y="2750321"/>
              <a:ext cx="4266000" cy="72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0363200" y="2750321"/>
              <a:ext cx="1828800" cy="72000"/>
            </a:xfrm>
            <a:prstGeom prst="rect">
              <a:avLst/>
            </a:prstGeom>
            <a:solidFill>
              <a:srgbClr val="D01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4907" y="6202969"/>
            <a:ext cx="998434" cy="46673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785316"/>
            <a:ext cx="12192000" cy="72684"/>
          </a:xfrm>
          <a:prstGeom prst="rect">
            <a:avLst/>
          </a:prstGeom>
          <a:solidFill>
            <a:srgbClr val="D0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0" y="6538902"/>
            <a:ext cx="2036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</a:t>
            </a:r>
            <a:r>
              <a:rPr lang="zh-CN" altLang="en-US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仅做广科安德内部交流使用</a:t>
            </a:r>
            <a:endParaRPr lang="zh-CN" altLang="en-US" sz="1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155219" y="6511636"/>
            <a:ext cx="2036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</a:t>
            </a:r>
            <a:r>
              <a:rPr lang="zh-CN" altLang="en-US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仅做广科安德内部交流使用</a:t>
            </a:r>
            <a:endParaRPr lang="zh-CN" altLang="en-US" sz="1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588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10155219" y="6511636"/>
            <a:ext cx="20367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*</a:t>
            </a:r>
            <a:r>
              <a:rPr lang="zh-CN" altLang="en-US" sz="11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仅做广科安德内部交流使用</a:t>
            </a:r>
            <a:endParaRPr lang="zh-CN" altLang="en-US" sz="1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22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0"/>
            <a:ext cx="12192000" cy="759655"/>
            <a:chOff x="0" y="2750321"/>
            <a:chExt cx="12192000" cy="72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2750321"/>
              <a:ext cx="6098400" cy="72000"/>
            </a:xfrm>
            <a:prstGeom prst="rect">
              <a:avLst/>
            </a:prstGeom>
            <a:solidFill>
              <a:srgbClr val="32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6096000" y="2750321"/>
              <a:ext cx="4266000" cy="72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10363200" y="2750321"/>
              <a:ext cx="1828800" cy="72000"/>
            </a:xfrm>
            <a:prstGeom prst="rect">
              <a:avLst/>
            </a:prstGeom>
            <a:solidFill>
              <a:srgbClr val="D01C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938" y="997921"/>
            <a:ext cx="1367064" cy="63906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6098345"/>
            <a:ext cx="12192000" cy="759655"/>
          </a:xfrm>
          <a:prstGeom prst="rect">
            <a:avLst/>
          </a:prstGeom>
          <a:solidFill>
            <a:srgbClr val="D0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14459" y="2145681"/>
            <a:ext cx="9163082" cy="25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2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101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9382" y="221673"/>
            <a:ext cx="3435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标题</a:t>
            </a:r>
            <a:endParaRPr lang="zh-CN" altLang="en-US" sz="3200" dirty="0">
              <a:solidFill>
                <a:srgbClr val="FFFFFF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852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861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396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79055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页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容页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内容页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内容页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底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6894</TotalTime>
  <Words>1</Words>
  <Application>Microsoft Office PowerPoint</Application>
  <PresentationFormat>宽屏</PresentationFormat>
  <Paragraphs>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宋体</vt:lpstr>
      <vt:lpstr>思源黑体 CN Normal</vt:lpstr>
      <vt:lpstr>Calibri</vt:lpstr>
      <vt:lpstr>思源黑体 CN Heavy</vt:lpstr>
      <vt:lpstr>黑体</vt:lpstr>
      <vt:lpstr>Arial</vt:lpstr>
      <vt:lpstr>封面页</vt:lpstr>
      <vt:lpstr>内容页1</vt:lpstr>
      <vt:lpstr>内容页2</vt:lpstr>
      <vt:lpstr>内容页3</vt:lpstr>
      <vt:lpstr>内容页4</vt:lpstr>
      <vt:lpstr>封底页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柴伊宁</dc:creator>
  <cp:lastModifiedBy>柴伊宁</cp:lastModifiedBy>
  <cp:revision>54</cp:revision>
  <dcterms:created xsi:type="dcterms:W3CDTF">2021-07-09T09:32:03Z</dcterms:created>
  <dcterms:modified xsi:type="dcterms:W3CDTF">2023-10-30T06:00:55Z</dcterms:modified>
</cp:coreProperties>
</file>